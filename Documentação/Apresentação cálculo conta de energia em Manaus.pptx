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07E1A2-3CE6-4317-A53C-934D4D724097}">
  <a:tblStyle styleId="{8D07E1A2-3CE6-4317-A53C-934D4D7240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6bf0c0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f6bf0c0e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f6bf0c0e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f6bf0c0e1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olab.research.google.com/drive/1ZV9KczJihuVxNUOJI7_HOygKIOKw1ZAn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hyperlink" Target="https://website.ambarenergia-am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75475" y="1303150"/>
            <a:ext cx="100434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rgbClr val="DAFFDE"/>
                </a:solidFill>
                <a:latin typeface="Impact"/>
                <a:ea typeface="Impact"/>
                <a:cs typeface="Impact"/>
                <a:sym typeface="Impact"/>
              </a:rPr>
              <a:t> Cálculo da Conta de Energia em Manaus sob a Ótica da IA</a:t>
            </a:r>
            <a:endParaRPr b="1" sz="58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3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15450" y="2572904"/>
            <a:ext cx="71724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Curso Técnico de Inteligência Artificial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Componente Curricular: Programação em Python - 80h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Professora : Priscila Gonçalves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95800" y="4298388"/>
            <a:ext cx="336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Alunos: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Bruno Leandro Teixeira da Silva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Kenny da Silva Cunha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Wallason Silva e Silva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6971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507158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 que automatizar o cálculo tarifário?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7924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33400" y="2968109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970014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Previsibilidade: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Modelos de IA podem antecipar gastos sazonais.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33400" y="3750945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752850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Detecção de Anomalias: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Identificar fugas de corrente ou erros de leitura.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33400" y="4533780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535685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Otimização de Carga: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Sugerir horários de uso baseados em tarifas variáveis.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IA na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Gestão de Energia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81175" y="2298857"/>
            <a:ext cx="5133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R$ 0,</a:t>
            </a:r>
            <a:r>
              <a:rPr b="1" lang="en-US" sz="10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85</a:t>
            </a:r>
            <a:endParaRPr sz="200"/>
          </a:p>
        </p:txBody>
      </p:sp>
      <p:sp>
        <p:nvSpPr>
          <p:cNvPr id="109" name="Google Shape;109;p15"/>
          <p:cNvSpPr txBox="1"/>
          <p:nvPr/>
        </p:nvSpPr>
        <p:spPr>
          <a:xfrm>
            <a:off x="891325" y="4493875"/>
            <a:ext cx="394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Valor base por kWh </a:t>
            </a:r>
            <a:r>
              <a:rPr lang="en-US" sz="2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incluso os impostos, sem as bandeiras tarifárias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3020466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Composição da Tarifa: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3239541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 valor é a soma da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(Tarifa de Energia) e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TUSD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(Uso do Sistema de Distribuição).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81750" y="4022377"/>
            <a:ext cx="5238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É o valor  antes da aplicação d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 bandeiras tarifárias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Ponto de Partida: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Tarifa B1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971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381750" y="271090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ICMS (Imposto Estadual)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0" y="2929979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 Amazonas, a alíquota é de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20%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3392834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cálculo é feito "por dentro", o que aumenta o valor real do imposto para aproximadamente </a:t>
            </a:r>
            <a:r>
              <a:rPr b="1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25%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sobre a base.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7924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Peso dos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Tributos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79725" y="4813175"/>
            <a:ext cx="4267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 base = consumo * 0,85 + COSIP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 Lógica da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COSIP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1409700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Contribuição de Iluminação Pública: Uma Função de Degraus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915175" y="2946625"/>
            <a:ext cx="7361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COSIP em Manaus, estruturada com base na lei municipal regulamentadora (Lei nº 2.802/2021) e nos reajustes de atualização aplicados por decreto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25" y="-828425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8"/>
          <p:cNvGraphicFramePr/>
          <p:nvPr/>
        </p:nvGraphicFramePr>
        <p:xfrm>
          <a:off x="644925" y="1507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{8D07E1A2-3CE6-4317-A53C-934D4D724097}</a:tableStyleId>
              </a:tblPr>
              <a:tblGrid>
                <a:gridCol w="4391625"/>
                <a:gridCol w="2762250"/>
                <a:gridCol w="3895125"/>
              </a:tblGrid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Faixa de Consumo (kWh)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Valor Fixo (R$)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Perfil do Consumidor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0 - 100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Isento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Baixo consumo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101 - 200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R$ 10,67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Apartamentos básicos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201 - 300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R$ 21,33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Residencial médio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301 - 500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R$ 32,00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Uso de Ar-condicionado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501 - 1.000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R$ 53,33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Residencial 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1001</a:t>
                      </a: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- 1.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500</a:t>
                      </a:r>
                      <a:endParaRPr b="0" i="0" sz="15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80,00</a:t>
                      </a:r>
                      <a:endParaRPr b="0" i="0" sz="15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Residencial alto</a:t>
                      </a:r>
                      <a:endParaRPr b="0" i="0" sz="15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3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</a:t>
                      </a: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501 -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.000</a:t>
                      </a:r>
                      <a:endParaRPr sz="15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106,65</a:t>
                      </a:r>
                      <a:endParaRPr b="0" i="0" sz="15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Residencial alto</a:t>
                      </a:r>
                      <a:endParaRPr b="0" i="0" sz="15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Acima de 2.000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R$ 122,65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Teto Residencial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8"/>
          <p:cNvSpPr/>
          <p:nvPr/>
        </p:nvSpPr>
        <p:spPr>
          <a:xfrm>
            <a:off x="571500" y="3246090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963120" y="3246090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725370" y="3246090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71500" y="3769965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963120" y="3769965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725370" y="3769965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71500" y="4293840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963120" y="4293840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725370" y="4293840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71500" y="4817715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963120" y="4817715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725370" y="4817715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5341590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963120" y="5341590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725370" y="5341590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5865465"/>
            <a:ext cx="439162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963120" y="5865465"/>
            <a:ext cx="2762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725370" y="5865465"/>
            <a:ext cx="38951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Tabela Progressiva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Algoritmo de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Cálculo da bandeira tarifária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174450" y="2474750"/>
            <a:ext cx="104460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Adicional por kwh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verde = não há adição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amarelo = R$ 1,885 a cada 100 kwh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laranja = R$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4,463a cada 100 kwh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vermelho = R$ 7,877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cada 100 kwh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Algoritmo de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Cálculo </a:t>
            </a:r>
            <a:r>
              <a:rPr b="1" lang="en-US" sz="4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Total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388000" y="2474750"/>
            <a:ext cx="116817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=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(consumo * 0,85 + COSIP) + (consumo * adicional bandeira tarifária)</a:t>
            </a:r>
            <a:endParaRPr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6507"/>
            <a:ext cx="3492400" cy="2979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056507"/>
            <a:ext cx="3492549" cy="2979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056507"/>
            <a:ext cx="3492400" cy="297924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5416748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Visualizar Script no Google Colab</a:t>
            </a:r>
            <a:endParaRPr/>
          </a:p>
        </p:txBody>
      </p:sp>
      <p:pic>
        <p:nvPicPr>
          <p:cNvPr descr="image.png" id="182" name="Google Shape;18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437507"/>
            <a:ext cx="26732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009650" y="3085207"/>
            <a:ext cx="28069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Automação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1009650" y="3551932"/>
            <a:ext cx="26732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script processa a lógica de faixas de forma iterativa.</a:t>
            </a:r>
            <a:endParaRPr/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87800" y="2437507"/>
            <a:ext cx="26733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787800" y="3085207"/>
            <a:ext cx="2807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Acesso Direto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787800" y="3551932"/>
            <a:ext cx="267339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Acesse o código fonte e execute a simulação.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6100" y="2437507"/>
            <a:ext cx="26732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8566100" y="3085207"/>
            <a:ext cx="28069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Laboratório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566100" y="3551932"/>
            <a:ext cx="26732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Ideal para testar cenários de redução de carga.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Implementação no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Google Colab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9180"/>
            <a:ext cx="11049000" cy="474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470535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Sistemas de IA utilizam dados climáticos e histórico de consumo para prever a próxima fatura.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Futuro: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Predição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Transformando em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363200" y="3240250"/>
            <a:ext cx="855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hlinkClick r:id="rId3"/>
              </a:rPr>
              <a:t>https://colab.research.google.com/drive/1ZV9KczJihuVxNUOJI7_HOygKIOKw1ZAn?usp=sharing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4335780" y="2235547"/>
            <a:ext cx="352044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Dúvidas</a:t>
            </a:r>
            <a:r>
              <a:rPr b="1" i="0" lang="en-US" sz="6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3000375" y="3306067"/>
            <a:ext cx="61912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Algoritmos do Consumo | Cálculo de Energia Manaus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4967287" y="4393703"/>
            <a:ext cx="225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Technical Course - 202</a:t>
            </a:r>
            <a:r>
              <a:rPr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571500" y="276031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53184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5223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35223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42938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42938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31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1666875" y="2924175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https://www.bailliegifford.com/cdn-cgi/image/w=1920,fit=cover/https://media.bailliegifford.com/mws/edpjduc0/adobestock_1762914680.jpeg?v=63901133710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1666875" y="314503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www.scottishmortgage.com</a:t>
            </a:r>
            <a:endParaRPr/>
          </a:p>
        </p:txBody>
      </p:sp>
      <p:pic>
        <p:nvPicPr>
          <p:cNvPr descr="image.png" id="228" name="Google Shape;2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47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1666875" y="3695700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https://media.istockphoto.com/id/1411624655/photo/close-up-electricity-meter.jpg?s=612x612&amp;w=0&amp;k=20&amp;c=koamruApjhCnB063HESUJ-RvlwW_L2YhBd8V290TQRM=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1666875" y="391656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31" name="Google Shape;23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462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666875" y="4467225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https://www.dataquest.io/wp-content/uploads/2024/10/seaborn_relational_plot.png.webp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666875" y="468808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www.dataquest.io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571500" y="5217775"/>
            <a:ext cx="8420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Fonte de pesquisa: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https://website.ambarenergia-am.com.br/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